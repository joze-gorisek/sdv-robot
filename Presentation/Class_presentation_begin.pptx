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sl-SI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sl-SI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360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152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082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396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517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859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101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720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516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201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1877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sl-SI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sl-SI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8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707DAE4-3E29-205E-324B-5A1CB49E6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9243" y="611026"/>
            <a:ext cx="9125000" cy="3106732"/>
          </a:xfrm>
        </p:spPr>
        <p:txBody>
          <a:bodyPr anchor="b">
            <a:normAutofit/>
          </a:bodyPr>
          <a:lstStyle/>
          <a:p>
            <a:r>
              <a:rPr lang="sl-SI" sz="7200" dirty="0"/>
              <a:t>Naloga 1 – simulacija komunikacije v </a:t>
            </a:r>
            <a:r>
              <a:rPr lang="sl-SI" sz="7200" dirty="0" err="1"/>
              <a:t>matlabu</a:t>
            </a:r>
            <a:endParaRPr lang="sl-SI" sz="7200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EBE6EBD-C07A-AB48-3051-7670C78BA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9243" y="4452563"/>
            <a:ext cx="4972512" cy="1517088"/>
          </a:xfrm>
        </p:spPr>
        <p:txBody>
          <a:bodyPr>
            <a:normAutofit/>
          </a:bodyPr>
          <a:lstStyle/>
          <a:p>
            <a:r>
              <a:rPr lang="sl-SI" sz="2100" dirty="0"/>
              <a:t>Sistemi daljinskega vodenja</a:t>
            </a:r>
          </a:p>
        </p:txBody>
      </p:sp>
      <p:pic>
        <p:nvPicPr>
          <p:cNvPr id="4" name="Picture 3" descr="Slika, ki vsebuje besede modro, električno modra, posnetek zaslona, vektorska grafika&#10;&#10;Vsebina, ustvarjena z UI, morda ni pravilna.">
            <a:extLst>
              <a:ext uri="{FF2B5EF4-FFF2-40B4-BE49-F238E27FC236}">
                <a16:creationId xmlns:a16="http://schemas.microsoft.com/office/drawing/2014/main" id="{F81490CE-A268-B3B1-7BDD-D75BF2FE3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05" r="31352"/>
          <a:stretch>
            <a:fillRect/>
          </a:stretch>
        </p:blipFill>
        <p:spPr>
          <a:xfrm>
            <a:off x="-2053387" y="3"/>
            <a:ext cx="4636166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sp>
        <p:nvSpPr>
          <p:cNvPr id="5" name="Podnaslov 2">
            <a:extLst>
              <a:ext uri="{FF2B5EF4-FFF2-40B4-BE49-F238E27FC236}">
                <a16:creationId xmlns:a16="http://schemas.microsoft.com/office/drawing/2014/main" id="{B747557D-98FD-3FD7-77EA-D3FA688AD3B1}"/>
              </a:ext>
            </a:extLst>
          </p:cNvPr>
          <p:cNvSpPr txBox="1">
            <a:spLocks/>
          </p:cNvSpPr>
          <p:nvPr/>
        </p:nvSpPr>
        <p:spPr>
          <a:xfrm>
            <a:off x="9144152" y="5460686"/>
            <a:ext cx="6095695" cy="1517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l-SI" sz="1800" dirty="0"/>
              <a:t>Jaka Verk, </a:t>
            </a:r>
          </a:p>
          <a:p>
            <a:r>
              <a:rPr lang="sl-SI" sz="1800" dirty="0"/>
              <a:t>Florijan Štukelj, </a:t>
            </a:r>
          </a:p>
          <a:p>
            <a:r>
              <a:rPr lang="sl-SI" sz="1800" dirty="0" err="1"/>
              <a:t>Hristina</a:t>
            </a:r>
            <a:r>
              <a:rPr lang="sl-SI" sz="1800" dirty="0"/>
              <a:t> </a:t>
            </a:r>
            <a:r>
              <a:rPr lang="sl-SI" sz="1800" dirty="0" err="1"/>
              <a:t>Nikolovska</a:t>
            </a:r>
            <a:endParaRPr lang="sl-SI" sz="1800" dirty="0"/>
          </a:p>
        </p:txBody>
      </p:sp>
    </p:spTree>
    <p:extLst>
      <p:ext uri="{BB962C8B-B14F-4D97-AF65-F5344CB8AC3E}">
        <p14:creationId xmlns:p14="http://schemas.microsoft.com/office/powerpoint/2010/main" val="95400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579B0-1B3D-6913-22FF-8B57086C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2D75A7D-5AC6-11DC-045C-CC2B30B6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sl-SI" dirty="0"/>
              <a:t>Izbira tematik: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C3644AB-8E63-9253-AF75-8EF95FE42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lang="sl-SI" b="1" dirty="0"/>
              <a:t>Nivojska predstavitev:	</a:t>
            </a:r>
            <a:r>
              <a:rPr lang="sl-SI" dirty="0"/>
              <a:t>NRZ</a:t>
            </a:r>
          </a:p>
          <a:p>
            <a:r>
              <a:rPr lang="sl-SI" b="1" dirty="0"/>
              <a:t>Zaščitno kodiranje:		</a:t>
            </a:r>
            <a:r>
              <a:rPr lang="sl-SI" dirty="0"/>
              <a:t>CRC-16</a:t>
            </a:r>
          </a:p>
          <a:p>
            <a:r>
              <a:rPr lang="sl-SI" b="1" dirty="0"/>
              <a:t>Kanalsko kodiranje:		</a:t>
            </a:r>
            <a:r>
              <a:rPr lang="sl-SI" dirty="0"/>
              <a:t>Hamming</a:t>
            </a:r>
          </a:p>
          <a:p>
            <a:r>
              <a:rPr lang="sl-SI" b="1" dirty="0"/>
              <a:t>Modulacija:			</a:t>
            </a:r>
            <a:r>
              <a:rPr lang="sl-SI" dirty="0"/>
              <a:t>BPSK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sl-SI" dirty="0"/>
              <a:t>NALOGA:</a:t>
            </a:r>
          </a:p>
          <a:p>
            <a:pPr marL="0" indent="0">
              <a:buNone/>
            </a:pPr>
            <a:r>
              <a:rPr lang="sl-SI" dirty="0"/>
              <a:t>Besedilno sporočilo pretvorimo v binarno obliko, ga zaščitimo (CRC, Hamming), moduliramo (BPSK) ter pošljemo skozi kanal z dodanim šumom. Na sprejemni strani signal </a:t>
            </a:r>
            <a:r>
              <a:rPr lang="sl-SI" dirty="0" err="1"/>
              <a:t>demoduliramo</a:t>
            </a:r>
            <a:r>
              <a:rPr lang="sl-SI" dirty="0"/>
              <a:t>, odpravimo napake, preverimo pravilnost in ponovno sestavimo izvorno besedilo</a:t>
            </a:r>
            <a:r>
              <a:rPr lang="en-US" dirty="0"/>
              <a:t>.</a:t>
            </a:r>
            <a:endParaRPr lang="sl-SI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49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6DD7-761A-00AF-3D4B-1E08C0B6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AF620A-8749-63CC-0CCE-58CF5DCFB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2" y="204425"/>
            <a:ext cx="9673725" cy="644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7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6296-7365-5214-F944-345199BE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Oblikovanje podatkovnega okvira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5E5D0D-BC34-7EED-687D-7795F5D0E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85792"/>
            <a:ext cx="5793050" cy="2126109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6E19138-DBDD-838C-A4BA-C566338E57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607649"/>
            <a:ext cx="400943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Besedilo →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ASCII kodiranje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Vsak znak =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bitov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Oblikovan podatkovni okvir vsebuje: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preambulo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 okvirja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naslov TX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naslov RX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podatke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EOF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Namen okvira: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sinhronizacija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ločevanje podatkov in kontrole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pravilna struktura prenosa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9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94AE-6E3F-A54B-F978-A77E2617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CRC-16 in Hamming (7,4)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539BB-6038-1823-4B3C-46F83ACBA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039" y="3053858"/>
            <a:ext cx="3520968" cy="216926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4BF8E0E-A541-DCB7-F142-490E7DC972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746148"/>
            <a:ext cx="426270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 oblikovanju okvirja se doda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CRC-16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CRC-16: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doda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16-bitno popotnico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omogoča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zaznavanje napak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Nato se uporabi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Hamming (7,4)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Hamming (7,4):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biti → 7 bitov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doda paritetne bite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popravi eno-bitno napako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Kombinacija: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Hamming popravlja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CRC preverja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182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CD96-FDD1-7199-700A-38913211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NRZ in BPSK modulacija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E5ED2-F5DC-FD13-4F8D-5E56C505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769" y="1995487"/>
            <a:ext cx="4581085" cy="3508668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EF3DF1B8-6943-8DD6-A7BD-9B53632C77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975" y="1607395"/>
            <a:ext cx="503535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Biti se pretvorijo v signal z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NRZ predstavitvijo</a:t>
            </a:r>
            <a:endParaRPr kumimoji="0" lang="en-US" altLang="sl-SI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NRZ: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+U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-U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se nato modulira z BPSK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BPSK: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prenos z dvema fazama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0°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180°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Prednosti: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preprosta izvedba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dobra odpornost na šum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primerna za žični prenos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25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DE22-24DF-7718-E5F5-E63E5F65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Sprejemnik in </a:t>
            </a:r>
            <a:r>
              <a:rPr lang="sl-SI" dirty="0" err="1"/>
              <a:t>Costasova</a:t>
            </a:r>
            <a:r>
              <a:rPr lang="sl-SI" dirty="0"/>
              <a:t> zanka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98C8D8-ACF5-4BF1-F2FC-894E2E3D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207" y="4105621"/>
            <a:ext cx="7365232" cy="182135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C2978F2-0674-3D1C-2BD5-7BDC234C50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592260"/>
            <a:ext cx="5301451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Sprejeti signal vsebuje: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koristen signal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šum kanala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Uporabi se BPSK demodulacija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 sinhronizacijo se uporabi </a:t>
            </a:r>
            <a:r>
              <a:rPr kumimoji="0" lang="sl-SI" altLang="sl-SI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Costasova</a:t>
            </a: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zanka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Costasova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zanka omogoča: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sledenje nosilcu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fazno sinhronizacijo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Nadaljnji postopki: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odločanje o bitih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Hamming dekodiranje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CRC preverjanje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odstranitev okvira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ASCII pretvorba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21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6101-0A41-D118-0E56-6D96CA576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Nivo šuma in BER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F88917-3BC0-22BF-DBF5-399297B918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884647"/>
            <a:ext cx="494558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Kanal je modeliran kot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AWGN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Ocenjuje se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Opazovanje pri različnih </a:t>
            </a:r>
            <a:r>
              <a:rPr kumimoji="0" lang="sl-SI" altLang="sl-S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Eb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/N0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oziroma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SNR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Spremlja se: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 pred dekodiranjem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uspešnost CRC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 je odporen, ko: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 BER nizek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 večina okvirjev sprejeta pravilno </a:t>
            </a:r>
            <a:endParaRPr kumimoji="0" lang="en-US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sl-SI" altLang="sl-SI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Določi se: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prag odpornosti na šum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0F92DE-3322-609F-93A3-435ACAFD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832" y="3236127"/>
            <a:ext cx="7365232" cy="182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1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3669-EF13-669B-0E6F-1F7EC7BE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Primerjava z OFDM in sklep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DA0F858-8F41-E982-FC51-F322134C4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355" y="2696672"/>
            <a:ext cx="3419336" cy="206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05AA4-7DB8-C610-533C-377E5D583E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884647"/>
            <a:ext cx="640431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BPSK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 nosilna frekvenca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enostavna implementacija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manjša kompleksnost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primerna za osnovni sistem </a:t>
            </a:r>
            <a:endParaRPr kumimoji="0" lang="en-US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OFDM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več ortogonalnih </a:t>
            </a:r>
            <a:r>
              <a:rPr kumimoji="0" lang="sl-SI" altLang="sl-S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podnosilcev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večja spektralna učinkovitost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boljše delovanje v zahtevnejših kanalih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večja kompleksnost </a:t>
            </a:r>
            <a:endParaRPr kumimoji="0" lang="en-US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Sklep: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 to nalogo je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BPSK ustreznejša izbira</a:t>
            </a: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sl-SI" altLang="sl-S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OFDM je primernejši za </a:t>
            </a:r>
            <a:r>
              <a:rPr kumimoji="0" lang="sl-SI" altLang="sl-S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zahtevnejše in hitrejše sisteme</a:t>
            </a: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l-SI" altLang="sl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8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69DC-DC18-8361-4047-1D17711D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Nastavitve</a:t>
            </a:r>
            <a:r>
              <a:rPr lang="it-IT" dirty="0"/>
              <a:t> sistema in </a:t>
            </a:r>
            <a:r>
              <a:rPr lang="it-IT" dirty="0" err="1"/>
              <a:t>rezultat</a:t>
            </a:r>
            <a:r>
              <a:rPr lang="it-IT" dirty="0"/>
              <a:t> </a:t>
            </a:r>
            <a:r>
              <a:rPr lang="it-IT" dirty="0" err="1"/>
              <a:t>prenosa</a:t>
            </a:r>
            <a:endParaRPr lang="sl-SI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6A775E-8491-3186-2B67-2690F8F65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Trajanje bita: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0,010 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Bitna hitrost: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bit/s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Maksimalna napetost: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1,0 V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Frekvenca nosilca: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 Hz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Vzorcev na bit: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Frekvenca vzorčenja: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5000 Hz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Dodani šum: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SNR = 9,0 dB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Linearni SNR: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7,943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Izmerjeni BER: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0,006303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l-SI" altLang="sl-SI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CRC preverjanje:</a:t>
            </a:r>
            <a:r>
              <a:rPr kumimoji="0" lang="sl-SI" altLang="sl-SI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OK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949B11-11CE-B06C-488A-C4BCF5D0D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129" y="1800455"/>
            <a:ext cx="4194329" cy="430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878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rsta lesa">
  <a:themeElements>
    <a:clrScheme name="Vrsta les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rsta les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Vrsta les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TM03090434[[fn=Vrsta lesa]]</Template>
  <TotalTime>179</TotalTime>
  <Words>427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Rockwell</vt:lpstr>
      <vt:lpstr>Rockwell Condensed</vt:lpstr>
      <vt:lpstr>Rockwell Extra Bold</vt:lpstr>
      <vt:lpstr>Wingdings</vt:lpstr>
      <vt:lpstr>Vrsta lesa</vt:lpstr>
      <vt:lpstr>Naloga 1 – simulacija komunikacije v matlabu</vt:lpstr>
      <vt:lpstr>Izbira tematik:</vt:lpstr>
      <vt:lpstr>PowerPoint Presentation</vt:lpstr>
      <vt:lpstr>Oblikovanje podatkovnega okvira</vt:lpstr>
      <vt:lpstr>CRC-16 in Hamming (7,4)</vt:lpstr>
      <vt:lpstr>NRZ in BPSK modulacija</vt:lpstr>
      <vt:lpstr>Sprejemnik in Costasova zanka</vt:lpstr>
      <vt:lpstr>Nivo šuma in BER</vt:lpstr>
      <vt:lpstr>Primerjava z OFDM in sklep</vt:lpstr>
      <vt:lpstr>Nastavitve sistema in rezultat prenosa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Florijan Štukelj</dc:creator>
  <cp:lastModifiedBy>Aleš Tivadar</cp:lastModifiedBy>
  <cp:revision>15</cp:revision>
  <dcterms:created xsi:type="dcterms:W3CDTF">2026-03-31T17:20:58Z</dcterms:created>
  <dcterms:modified xsi:type="dcterms:W3CDTF">2026-04-07T21:36:41Z</dcterms:modified>
</cp:coreProperties>
</file>